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etailed_cinematic_poster_like_illustration_co.pn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82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594360"/>
            <a:ext cx="1737360" cy="320040"/>
          </a:xfrm>
          <a:prstGeom prst="roundRect">
            <a:avLst>
              <a:gd name="adj" fmla="val 34286"/>
            </a:avLst>
          </a:prstGeom>
          <a:solidFill>
            <a:srgbClr val="D6B36A"/>
          </a:solidFill>
          <a:ln w="12700">
            <a:solidFill>
              <a:srgbClr val="D6B36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4088" y="672084"/>
            <a:ext cx="1517904" cy="146304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 по истории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594360" y="1143000"/>
            <a:ext cx="768096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От Нюрнберга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 современному праву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6492240" cy="5943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Интерактивный сайт о том, как Нюрнбергский процесс изменил международное право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Описание темы проекта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</a:rPr>
              <a:t>Что изучает проект и почему эта тема важна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5240">
            <a:solidFill>
              <a:srgbClr val="D6B3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290"/>
                </a:solidFill>
              </a:rPr>
              <a:t>От Нюрнберга к современному праву  •  2</a:t>
            </a:r>
            <a:endParaRPr lang="en-US" sz="850" dirty="0"/>
          </a:p>
        </p:txBody>
      </p:sp>
      <p:pic>
        <p:nvPicPr>
          <p:cNvPr id="6" name="Image 0" descr="/mnt/data/a_wide_detailed_historical_courtroom_interior_sc.png"/>
          <p:cNvPicPr>
            <a:picLocks noChangeAspect="1"/>
          </p:cNvPicPr>
          <p:nvPr/>
        </p:nvPicPr>
        <p:blipFill>
          <a:blip r:embed="rId1"/>
          <a:srcRect l="16049" r="16049"/>
          <a:stretch>
            <a:fillRect/>
          </a:stretch>
        </p:blipFill>
        <p:spPr>
          <a:xfrm>
            <a:off x="548640" y="1508760"/>
            <a:ext cx="507492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08760"/>
            <a:ext cx="5074920" cy="420624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1417320"/>
            <a:ext cx="5303520" cy="8229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Нюрнбергский процесс — международный суд над главными нацистскими преступниками после Второй мировой войны.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89320" y="2423160"/>
            <a:ext cx="5303520" cy="1005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нашем проекте акцент не на датах и</a:t>
            </a:r>
            <a:r>
              <a:rPr lang="ru-RU" alt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ли</a:t>
            </a: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биографиях, а на главном правовом результате: после Нюрнберга идея международной ответственности стала гораздо понятнее и сильнее.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89320" y="3749040"/>
            <a:ext cx="2423160" cy="2169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45352" y="397764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739128" y="397764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 темы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281928" y="4480560"/>
            <a:ext cx="1837944" cy="2286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 суд 1945–1946 годов повлиял на правила, по которым сегодня оценивают международные преступления.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732520" y="3749040"/>
            <a:ext cx="2423160" cy="2169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988552" y="397764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482328" y="397764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Фокус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025128" y="4480560"/>
            <a:ext cx="1837944" cy="2286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Простое объяснение сложной историко-правовой темы для школьников.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Проблема проекта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</a:rPr>
              <a:t>Почему просто рассказать о процессе недостаточно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5240">
            <a:solidFill>
              <a:srgbClr val="D6B3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290"/>
                </a:solidFill>
              </a:rPr>
              <a:t>От Нюрнберга к современному праву  • 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</a:rPr>
              <a:t>Проблема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4846320" cy="1005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Школьники часто знают Нюрнбергский процесс только как «суд над нацистами», но не понимают, почему он важен для современного международного права.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06440" y="1417320"/>
            <a:ext cx="0" cy="4480560"/>
          </a:xfrm>
          <a:prstGeom prst="line">
            <a:avLst/>
          </a:prstGeom>
          <a:noFill/>
          <a:ln w="25400">
            <a:solidFill>
              <a:srgbClr val="D6B3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417320"/>
            <a:ext cx="4343400" cy="129032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56832" y="164592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50608" y="1645920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Сложный язык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93408" y="2103120"/>
            <a:ext cx="3758184" cy="457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Тема часто объясняется юридическими терминами.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2975610"/>
            <a:ext cx="4343400" cy="133604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56832" y="3065145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50608" y="3065145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связи с сегодняшним днём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56578" y="3643630"/>
            <a:ext cx="3758184" cy="457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Кажется, что процесс остался только в прошлом.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63970" y="4570095"/>
            <a:ext cx="4343400" cy="123952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0002" y="4759325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🖱️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13778" y="4759325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Пассивное изучение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56578" y="5079365"/>
            <a:ext cx="3758184" cy="457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Обычный текст хуже удерживает внимание, чем интерактив.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77240" y="3977640"/>
            <a:ext cx="4846320" cy="1413510"/>
          </a:xfrm>
          <a:prstGeom prst="roundRect">
            <a:avLst>
              <a:gd name="adj" fmla="val 11111"/>
            </a:avLst>
          </a:prstGeom>
          <a:solidFill>
            <a:srgbClr val="FFF9E8"/>
          </a:solidFill>
          <a:ln w="12700">
            <a:solidFill>
              <a:srgbClr val="D6B36A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69848" y="4206240"/>
            <a:ext cx="42611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69848" y="4709160"/>
            <a:ext cx="4261104" cy="3200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Нужен цифровой формат, который объясняет тему коротко, наглядно и позволяет проверить понимание.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Цели и задачи проекта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</a:rPr>
              <a:t>Что мы хотели получить в результате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5240">
            <a:solidFill>
              <a:srgbClr val="D6B3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290"/>
                </a:solidFill>
              </a:rPr>
              <a:t>От Нюрнберга к современному праву  • 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4892040" cy="1554480"/>
          </a:xfrm>
          <a:prstGeom prst="roundRect">
            <a:avLst>
              <a:gd name="adj" fmla="val 10000"/>
            </a:avLst>
          </a:prstGeom>
          <a:solidFill>
            <a:srgbClr val="FFF9E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64592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89888" y="1645920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Цель проекта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2148840"/>
            <a:ext cx="4306824" cy="4572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Создать интерактивный сайт, который простым языком показывает, как Нюрнбергский процесс повлиял на международное право.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411480" cy="4114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0508" y="1572768"/>
            <a:ext cx="137160" cy="10972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12280" y="1444752"/>
            <a:ext cx="4480560" cy="5029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Кратко объяснить сам Нюрнбергский процесс и работу трибунала.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217920" y="2487168"/>
            <a:ext cx="411480" cy="4114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0508" y="2596896"/>
            <a:ext cx="137160" cy="10972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2468880"/>
            <a:ext cx="4480560" cy="5029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Показать изменения в праве через сравнение «было / стало».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217920" y="3511296"/>
            <a:ext cx="411480" cy="4114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0508" y="3621024"/>
            <a:ext cx="137160" cy="10972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12280" y="3493008"/>
            <a:ext cx="4480560" cy="5029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Выделить главные принципы: личная ответственность, преступления против человечности, преступный приказ.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217920" y="4535424"/>
            <a:ext cx="411480" cy="4114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0508" y="4645152"/>
            <a:ext cx="137160" cy="10972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12280" y="4517136"/>
            <a:ext cx="4480560" cy="5029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Добавить мини-тест, чтобы пользователь мог проверить понимание.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Проектное решение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</a:rPr>
              <a:t>Как устроен интерактивный сайт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5240">
            <a:solidFill>
              <a:srgbClr val="D6B3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290"/>
                </a:solidFill>
              </a:rPr>
              <a:t>От Нюрнберга к современному праву  •  5</a:t>
            </a:r>
            <a:endParaRPr lang="en-US" sz="850" dirty="0"/>
          </a:p>
        </p:txBody>
      </p:sp>
      <p:pic>
        <p:nvPicPr>
          <p:cNvPr id="6" name="Image 0" descr="/mnt/data/wide_editorial_infographic_scene_with_a_clean_mut.png"/>
          <p:cNvPicPr>
            <a:picLocks noChangeAspect="1"/>
          </p:cNvPicPr>
          <p:nvPr/>
        </p:nvPicPr>
        <p:blipFill>
          <a:blip r:embed="rId1"/>
          <a:srcRect l="13353" r="13353"/>
          <a:stretch>
            <a:fillRect/>
          </a:stretch>
        </p:blipFill>
        <p:spPr>
          <a:xfrm>
            <a:off x="502920" y="1417320"/>
            <a:ext cx="512064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1325880"/>
            <a:ext cx="4892040" cy="923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45352" y="155448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🏁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739128" y="1554480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Стартовый экран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281928" y="1965960"/>
            <a:ext cx="4306824" cy="914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Коротко объясняет тему сайта.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89320" y="2395855"/>
            <a:ext cx="4892040" cy="97218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45352" y="2624328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739128" y="2624328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Карточки по шагам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281928" y="3035808"/>
            <a:ext cx="4306824" cy="914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Пользователь выбирает раздел и читает объяснение.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989320" y="3465830"/>
            <a:ext cx="4892040" cy="105854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45352" y="3694176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739128" y="3694176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Было / стало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281928" y="4105656"/>
            <a:ext cx="4306824" cy="914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Показывает правовые изменения до и после Нюрнберга.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989320" y="4626610"/>
            <a:ext cx="489204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245352" y="4764024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739128" y="4764024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Мини-тест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281928" y="5175504"/>
            <a:ext cx="4306824" cy="914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Проверяет понимание главных идей.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Что удалось, а что не удалось реализовать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5240">
            <a:solidFill>
              <a:srgbClr val="D6B3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290"/>
                </a:solidFill>
              </a:rPr>
              <a:t>От Нюрнберга к современному праву  •  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03520" cy="416052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63640" y="1417320"/>
            <a:ext cx="5303520" cy="416052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737360"/>
            <a:ext cx="4663440" cy="3200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65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Удалось реализовать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572000" cy="21031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интерактивные разделы по теме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сравнение «до / после Нюрнберга»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мини-тест с подсветкой ответов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результат теста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адаптивный внешний вид для показа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737360"/>
            <a:ext cx="4663440" cy="3200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удалось / можно улучшить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4572000" cy="23774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пока нет реальных архивных фотографий внутри сайта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тест небольшой — его можно расширить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нет сохранения результатов пользователя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дизайн можно дополнить анимациями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Демонстрация работоспособности проекта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5240">
            <a:solidFill>
              <a:srgbClr val="D6B3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290"/>
                </a:solidFill>
              </a:rPr>
              <a:t>От Нюрнберга к современному праву  •  7</a:t>
            </a:r>
            <a:endParaRPr lang="en-US" sz="850" dirty="0"/>
          </a:p>
        </p:txBody>
      </p:sp>
      <p:pic>
        <p:nvPicPr>
          <p:cNvPr id="23" name="Изображение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225" y="1527175"/>
            <a:ext cx="7813040" cy="46412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290"/>
                </a:solidFill>
              </a:rPr>
              <a:t>От Нюрнберга к современному праву  •  8</a:t>
            </a:r>
            <a:endParaRPr lang="en-US" sz="850" dirty="0"/>
          </a:p>
        </p:txBody>
      </p:sp>
      <p:pic>
        <p:nvPicPr>
          <p:cNvPr id="3" name="Image 0" descr="/mnt/data/a_detailed_cinematic_poster_like_illustration_co.pn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88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9144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</a:rPr>
              <a:t>Итог проекта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822960" y="1737360"/>
            <a:ext cx="6400800" cy="13716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3EF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Мы создали рабочий прототип интерактивного сайта, который помогает понять, почему Нюрнбергский процесс важен не только как историческое событие, но и как основа современного международного права.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703320"/>
            <a:ext cx="5394960" cy="1377315"/>
          </a:xfrm>
          <a:prstGeom prst="roundRect">
            <a:avLst>
              <a:gd name="adj" fmla="val 13636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D6B3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3950208"/>
            <a:ext cx="4846320" cy="4114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Главная идея: международные преступления не должны оставаться без суда, а виновные могут нести личную ответственность.</a:t>
            </a:r>
            <a:endParaRPr lang="en-US" sz="1650" b="1" dirty="0">
              <a:solidFill>
                <a:schemeClr val="tx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22960" y="56692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6B36A"/>
                </a:solidFill>
              </a:rPr>
              <a:t>Спасибо за внимание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3001</Words>
  <Application>WPS Presentation</Application>
  <PresentationFormat>On-screen Show (16:9)</PresentationFormat>
  <Paragraphs>152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Aptos</vt:lpstr>
      <vt:lpstr>Segoe UI</vt:lpstr>
      <vt:lpstr>Aptos</vt:lpstr>
      <vt:lpstr>Aptos</vt:lpstr>
      <vt:lpstr>Aptos Display</vt:lpstr>
      <vt:lpstr>Aptos Display</vt:lpstr>
      <vt:lpstr>Aptos Display</vt:lpstr>
      <vt:lpstr>Segoe UI Variable Display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 Нюрнберга к современному праву</dc:title>
  <dc:creator>OpenAI</dc:creator>
  <dc:subject>Историко-правовой IT-проект</dc:subject>
  <cp:lastModifiedBy>Дарья Климентье�</cp:lastModifiedBy>
  <cp:revision>2</cp:revision>
  <dcterms:created xsi:type="dcterms:W3CDTF">2026-05-24T08:39:00Z</dcterms:created>
  <dcterms:modified xsi:type="dcterms:W3CDTF">2026-05-24T08:52:37Z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3A08D85184564E928920EC235CD1A5DD_12</vt:lpwstr>
  </property>
  <property fmtid="{D5CDD505-2E9C-101B-9397-08002B2CF9AE}" pid="3" name="KSOProductBuildVer">
    <vt:lpwstr>1049-12.1.0.26372</vt:lpwstr>
  </property>
</Properties>
</file>